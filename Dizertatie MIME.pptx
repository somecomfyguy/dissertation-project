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427A3-EF75-49CE-A118-BDCF53A91B13}" v="21" dt="2026-03-02T08:08:49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cea-Ionuț Meche" userId="554caf59-2118-466d-85df-f2129f865485" providerId="ADAL" clId="{BBB71894-3F05-457F-856C-58C4EC48684C}"/>
    <pc:docChg chg="undo custSel addSld delSld modSld sldOrd">
      <pc:chgData name="Mircea-Ionuț Meche" userId="554caf59-2118-466d-85df-f2129f865485" providerId="ADAL" clId="{BBB71894-3F05-457F-856C-58C4EC48684C}" dt="2026-03-02T08:10:34.444" v="3161" actId="14100"/>
      <pc:docMkLst>
        <pc:docMk/>
      </pc:docMkLst>
      <pc:sldChg chg="modSp mod">
        <pc:chgData name="Mircea-Ionuț Meche" userId="554caf59-2118-466d-85df-f2129f865485" providerId="ADAL" clId="{BBB71894-3F05-457F-856C-58C4EC48684C}" dt="2026-02-27T11:25:42.559" v="108" actId="20577"/>
        <pc:sldMkLst>
          <pc:docMk/>
          <pc:sldMk cId="3185773321" sldId="256"/>
        </pc:sldMkLst>
        <pc:spChg chg="mod">
          <ac:chgData name="Mircea-Ionuț Meche" userId="554caf59-2118-466d-85df-f2129f865485" providerId="ADAL" clId="{BBB71894-3F05-457F-856C-58C4EC48684C}" dt="2026-02-27T11:25:42.559" v="108" actId="20577"/>
          <ac:spMkLst>
            <pc:docMk/>
            <pc:sldMk cId="3185773321" sldId="256"/>
            <ac:spMk id="3" creationId="{D378FEFC-95B1-A5AD-FE0F-3360FD462C92}"/>
          </ac:spMkLst>
        </pc:spChg>
      </pc:sldChg>
      <pc:sldChg chg="modSp mod">
        <pc:chgData name="Mircea-Ionuț Meche" userId="554caf59-2118-466d-85df-f2129f865485" providerId="ADAL" clId="{BBB71894-3F05-457F-856C-58C4EC48684C}" dt="2026-02-27T12:26:58.038" v="1198" actId="20577"/>
        <pc:sldMkLst>
          <pc:docMk/>
          <pc:sldMk cId="2827141507" sldId="257"/>
        </pc:sldMkLst>
        <pc:spChg chg="mod">
          <ac:chgData name="Mircea-Ionuț Meche" userId="554caf59-2118-466d-85df-f2129f865485" providerId="ADAL" clId="{BBB71894-3F05-457F-856C-58C4EC48684C}" dt="2026-02-27T12:26:58.038" v="1198" actId="20577"/>
          <ac:spMkLst>
            <pc:docMk/>
            <pc:sldMk cId="2827141507" sldId="257"/>
            <ac:spMk id="3" creationId="{1AFEFAF6-ECC8-6AD3-0F16-74A0ECF8833C}"/>
          </ac:spMkLst>
        </pc:spChg>
      </pc:sldChg>
      <pc:sldChg chg="addSp modSp mod">
        <pc:chgData name="Mircea-Ionuț Meche" userId="554caf59-2118-466d-85df-f2129f865485" providerId="ADAL" clId="{BBB71894-3F05-457F-856C-58C4EC48684C}" dt="2026-02-27T12:31:14.188" v="1586" actId="1076"/>
        <pc:sldMkLst>
          <pc:docMk/>
          <pc:sldMk cId="2741583248" sldId="258"/>
        </pc:sldMkLst>
        <pc:spChg chg="mod">
          <ac:chgData name="Mircea-Ionuț Meche" userId="554caf59-2118-466d-85df-f2129f865485" providerId="ADAL" clId="{BBB71894-3F05-457F-856C-58C4EC48684C}" dt="2026-02-27T12:28:39.489" v="1258" actId="20577"/>
          <ac:spMkLst>
            <pc:docMk/>
            <pc:sldMk cId="2741583248" sldId="258"/>
            <ac:spMk id="3" creationId="{077FA74E-21A6-4693-986F-F4FE40BEE8D3}"/>
          </ac:spMkLst>
        </pc:spChg>
        <pc:graphicFrameChg chg="add mod">
          <ac:chgData name="Mircea-Ionuț Meche" userId="554caf59-2118-466d-85df-f2129f865485" providerId="ADAL" clId="{BBB71894-3F05-457F-856C-58C4EC48684C}" dt="2026-02-27T12:31:14.188" v="1586" actId="1076"/>
          <ac:graphicFrameMkLst>
            <pc:docMk/>
            <pc:sldMk cId="2741583248" sldId="258"/>
            <ac:graphicFrameMk id="4" creationId="{B74537B6-AD2D-AF14-2604-B5351AD123B5}"/>
          </ac:graphicFrameMkLst>
        </pc:graphicFrameChg>
      </pc:sldChg>
      <pc:sldChg chg="modSp mod">
        <pc:chgData name="Mircea-Ionuț Meche" userId="554caf59-2118-466d-85df-f2129f865485" providerId="ADAL" clId="{BBB71894-3F05-457F-856C-58C4EC48684C}" dt="2026-02-27T12:37:07.346" v="2015" actId="20577"/>
        <pc:sldMkLst>
          <pc:docMk/>
          <pc:sldMk cId="1448086710" sldId="261"/>
        </pc:sldMkLst>
        <pc:spChg chg="mod">
          <ac:chgData name="Mircea-Ionuț Meche" userId="554caf59-2118-466d-85df-f2129f865485" providerId="ADAL" clId="{BBB71894-3F05-457F-856C-58C4EC48684C}" dt="2026-02-27T11:56:07.778" v="129" actId="20577"/>
          <ac:spMkLst>
            <pc:docMk/>
            <pc:sldMk cId="1448086710" sldId="261"/>
            <ac:spMk id="2" creationId="{F1AB88FC-8334-BDA4-52AD-1CBD2A84837F}"/>
          </ac:spMkLst>
        </pc:spChg>
        <pc:spChg chg="mod">
          <ac:chgData name="Mircea-Ionuț Meche" userId="554caf59-2118-466d-85df-f2129f865485" providerId="ADAL" clId="{BBB71894-3F05-457F-856C-58C4EC48684C}" dt="2026-02-27T12:37:07.346" v="2015" actId="20577"/>
          <ac:spMkLst>
            <pc:docMk/>
            <pc:sldMk cId="1448086710" sldId="261"/>
            <ac:spMk id="3" creationId="{39CE3683-A591-8B25-CD5F-499576E53812}"/>
          </ac:spMkLst>
        </pc:spChg>
      </pc:sldChg>
      <pc:sldChg chg="modSp new mod">
        <pc:chgData name="Mircea-Ionuț Meche" userId="554caf59-2118-466d-85df-f2129f865485" providerId="ADAL" clId="{BBB71894-3F05-457F-856C-58C4EC48684C}" dt="2026-02-27T14:27:34.573" v="2996" actId="20577"/>
        <pc:sldMkLst>
          <pc:docMk/>
          <pc:sldMk cId="2619961280" sldId="262"/>
        </pc:sldMkLst>
        <pc:spChg chg="mod">
          <ac:chgData name="Mircea-Ionuț Meche" userId="554caf59-2118-466d-85df-f2129f865485" providerId="ADAL" clId="{BBB71894-3F05-457F-856C-58C4EC48684C}" dt="2026-02-27T13:09:13.350" v="2329" actId="20577"/>
          <ac:spMkLst>
            <pc:docMk/>
            <pc:sldMk cId="2619961280" sldId="262"/>
            <ac:spMk id="2" creationId="{C6788F3C-CD16-028B-AB86-B7CAC9DEDEB2}"/>
          </ac:spMkLst>
        </pc:spChg>
        <pc:spChg chg="mod">
          <ac:chgData name="Mircea-Ionuț Meche" userId="554caf59-2118-466d-85df-f2129f865485" providerId="ADAL" clId="{BBB71894-3F05-457F-856C-58C4EC48684C}" dt="2026-02-27T14:27:34.573" v="2996" actId="20577"/>
          <ac:spMkLst>
            <pc:docMk/>
            <pc:sldMk cId="2619961280" sldId="262"/>
            <ac:spMk id="3" creationId="{40AD80B0-3EC5-C252-356F-401CB230EF94}"/>
          </ac:spMkLst>
        </pc:spChg>
      </pc:sldChg>
      <pc:sldChg chg="addSp delSp modSp new mod">
        <pc:chgData name="Mircea-Ionuț Meche" userId="554caf59-2118-466d-85df-f2129f865485" providerId="ADAL" clId="{BBB71894-3F05-457F-856C-58C4EC48684C}" dt="2026-03-02T08:10:34.444" v="3161" actId="14100"/>
        <pc:sldMkLst>
          <pc:docMk/>
          <pc:sldMk cId="2042010561" sldId="263"/>
        </pc:sldMkLst>
        <pc:spChg chg="mod">
          <ac:chgData name="Mircea-Ionuț Meche" userId="554caf59-2118-466d-85df-f2129f865485" providerId="ADAL" clId="{BBB71894-3F05-457F-856C-58C4EC48684C}" dt="2026-02-27T14:33:40.642" v="3004" actId="20577"/>
          <ac:spMkLst>
            <pc:docMk/>
            <pc:sldMk cId="2042010561" sldId="263"/>
            <ac:spMk id="2" creationId="{748E0DE4-E4EC-973F-8097-130C4C0A82E7}"/>
          </ac:spMkLst>
        </pc:spChg>
        <pc:spChg chg="add mod">
          <ac:chgData name="Mircea-Ionuț Meche" userId="554caf59-2118-466d-85df-f2129f865485" providerId="ADAL" clId="{BBB71894-3F05-457F-856C-58C4EC48684C}" dt="2026-03-02T08:10:34.444" v="3161" actId="14100"/>
          <ac:spMkLst>
            <pc:docMk/>
            <pc:sldMk cId="2042010561" sldId="263"/>
            <ac:spMk id="4" creationId="{C639AB32-130A-03E1-15C8-A38A057765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6250-E0D8-6A54-AE9C-A961D80C8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6CEBD-739B-3D13-E201-F7F33851B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960F6-22C2-BADF-C0F9-17B9D17C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DD48B-3644-6332-0F0A-64046382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61EEA-29DD-9F63-D1DB-934DAFA0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7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E0B2-BE54-0F5D-296A-90159461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5341-CC4C-59A0-83AF-D250B722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68C70-79B6-B5DF-024A-7DA2A3DB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4C56-1C4D-6821-D65B-ACC3D916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9BD5-02A0-6A97-2ACD-ECA3399A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4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F698-B6CC-DEBB-68FA-BA21187F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BD84-58B4-A290-9A5F-C2867796F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5818A-DD79-BF1D-BC0A-7EE0E60D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159F1-2A67-9251-BEE3-E3DEDD50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A35B-F947-0FC2-92D8-76E90794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8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98CB-7071-6A44-6207-6D32B0F7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3A39-36E3-700A-DCB5-231B106DC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B642F-3D9C-C65F-F6AC-B826E843E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0FD9A-D3B0-28D0-37D7-B4E49B13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988E5-64FA-A5AC-D11D-40C8F1FA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0AFEA-3918-FB7A-5B54-C078B537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9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6AAF-2537-749A-81AB-D8DFB77D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44195-4774-26CC-C6A5-8A1395DB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1CB80-776B-FDAF-9163-0B2C22A08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2C53C-F0B4-9DFB-7DBB-C9B519F47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23FB8-4395-1C6A-76BC-BC5A26DDB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FB3E6-6996-8BDA-41A3-25CED4C1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CD4E4-910D-76E1-E40C-44B0D5C8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C9825-ABED-C998-E2E2-7A5D468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6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4D8D-90A2-476F-9C4D-2301887E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49FF5-9830-B692-2D59-E0F343F9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AC798-6481-4DE1-51CA-9E1CF86A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79EE7-FDB6-8781-063E-DD04566A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2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BF7D0-F2C6-E074-9543-7415DC5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8E62A-BD3A-7487-02BB-A63D3278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0DD7B-AA21-7A57-9BED-69D30526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4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7351-FDE8-2638-BA79-12014848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EFF0-0ADB-9F1D-0146-F22F03EA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47164-02E3-4952-3C17-E2DBD608C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28D2E-59E8-2B1D-734C-7F90E9BA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BBE5A-E1CB-B9A6-7716-A1DBD8A7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B3622-0E67-D2AD-8D7E-8854B52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1DE2-04D7-4E82-6D3F-EC7F146A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B4E56-6E91-B5DD-9130-BED0BF844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C76EE-AF17-FB05-1F7A-C58546D01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32B3F-4FA1-A0F2-546C-F970B0E4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F9653-B2EE-5AFC-A9F1-29454E04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41F56-15C5-541A-FCD9-B0D252A0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5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498D-C51A-2694-D557-3D289FE6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68BF2-BE1A-E89E-F4C3-20C0DA9E7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B0F1-AFD9-8FCB-F1DB-72449CD9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DBBA-C0EA-828A-38F4-96CEEAF3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022EF-6420-634B-46A5-03D82A7F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3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FAE579-10F0-C774-2F20-C57AEF565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04C8F-67AE-4FC5-31D9-47ED07402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4B4B9-26D5-F048-8B8B-81856F25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ED423-0394-E55B-B0F3-78C67A80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A4465-F992-AE4E-FF78-652FC0A5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7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BFCA3-89C2-F396-070E-3D2966FE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1D284-2020-3413-63EB-BA7BD2BD6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4DF8E-7EB8-2DB8-08C3-1FC5CEC86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552BF-A66A-4530-9099-491D6972E3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1C28-D81D-B39F-B449-0424DAA12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272F-D760-C63C-876F-376B814C5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EA87E-216F-42F3-A14E-6EE7EEC3A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6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D14B-6B36-F44F-7E57-A3B643634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Dizertatie</a:t>
            </a:r>
            <a:r>
              <a:rPr lang="en-US" dirty="0"/>
              <a:t> MIME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8FEFC-95B1-A5AD-FE0F-3360FD462C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Detectie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interferente</a:t>
            </a:r>
            <a:r>
              <a:rPr lang="en-US" dirty="0"/>
              <a:t> GNSS pe </a:t>
            </a:r>
            <a:r>
              <a:rPr lang="en-US" dirty="0" err="1"/>
              <a:t>sisteme</a:t>
            </a:r>
            <a:r>
              <a:rPr lang="en-US" dirty="0"/>
              <a:t> integrate</a:t>
            </a:r>
          </a:p>
        </p:txBody>
      </p:sp>
    </p:spTree>
    <p:extLst>
      <p:ext uri="{BB962C8B-B14F-4D97-AF65-F5344CB8AC3E}">
        <p14:creationId xmlns:p14="http://schemas.microsoft.com/office/powerpoint/2010/main" val="318577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7A74-B68F-FB8C-0B2E-5A889823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 </a:t>
            </a:r>
            <a:r>
              <a:rPr lang="en-US" dirty="0" err="1"/>
              <a:t>lucrarii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EFAF6-ECC8-6AD3-0F16-74A0ECF8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Retea</a:t>
            </a:r>
            <a:r>
              <a:rPr lang="en-US" dirty="0"/>
              <a:t> </a:t>
            </a:r>
            <a:r>
              <a:rPr lang="en-US" dirty="0" err="1"/>
              <a:t>neurala</a:t>
            </a:r>
            <a:r>
              <a:rPr lang="en-US" dirty="0"/>
              <a:t> </a:t>
            </a:r>
            <a:r>
              <a:rPr lang="en-US" dirty="0" err="1"/>
              <a:t>artificiala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interferente</a:t>
            </a:r>
            <a:r>
              <a:rPr lang="en-US" dirty="0"/>
              <a:t> GNSS (</a:t>
            </a:r>
            <a:r>
              <a:rPr lang="en-US" dirty="0" err="1"/>
              <a:t>interferente</a:t>
            </a:r>
            <a:r>
              <a:rPr lang="en-US" dirty="0"/>
              <a:t> </a:t>
            </a:r>
            <a:r>
              <a:rPr lang="en-US" dirty="0" err="1"/>
              <a:t>neintentionate</a:t>
            </a:r>
            <a:r>
              <a:rPr lang="en-US" dirty="0"/>
              <a:t>, jamming, spoofing)</a:t>
            </a:r>
          </a:p>
          <a:p>
            <a:r>
              <a:rPr lang="en-US" dirty="0"/>
              <a:t>Dupa </a:t>
            </a:r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retelei</a:t>
            </a:r>
            <a:r>
              <a:rPr lang="en-US" dirty="0"/>
              <a:t> cu </a:t>
            </a:r>
            <a:r>
              <a:rPr lang="en-US" dirty="0" err="1"/>
              <a:t>performante</a:t>
            </a:r>
            <a:r>
              <a:rPr lang="en-US" dirty="0"/>
              <a:t> </a:t>
            </a:r>
            <a:r>
              <a:rPr lang="en-US" dirty="0" err="1"/>
              <a:t>maxime</a:t>
            </a:r>
            <a:r>
              <a:rPr lang="en-US" dirty="0"/>
              <a:t>, </a:t>
            </a:r>
            <a:r>
              <a:rPr lang="en-US" dirty="0" err="1"/>
              <a:t>reteaua</a:t>
            </a:r>
            <a:r>
              <a:rPr lang="en-US" dirty="0"/>
              <a:t> e </a:t>
            </a:r>
            <a:r>
              <a:rPr lang="en-US" dirty="0" err="1"/>
              <a:t>adaptata</a:t>
            </a:r>
            <a:r>
              <a:rPr lang="en-US" dirty="0"/>
              <a:t> pe Jetson Nano</a:t>
            </a:r>
          </a:p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creearea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retele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maximizeze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minimizeze</a:t>
            </a:r>
            <a:r>
              <a:rPr lang="en-US" dirty="0"/>
              <a:t> 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executie</a:t>
            </a:r>
            <a:r>
              <a:rPr lang="en-US" dirty="0"/>
              <a:t> (ideal in </a:t>
            </a:r>
            <a:r>
              <a:rPr lang="en-US" dirty="0" err="1"/>
              <a:t>timp</a:t>
            </a:r>
            <a:r>
              <a:rPr lang="en-US" dirty="0"/>
              <a:t> real)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4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8001-CAE1-7E66-5A38-C4EAE3E8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Contibutia</a:t>
            </a:r>
            <a:r>
              <a:rPr lang="en-US" dirty="0"/>
              <a:t> </a:t>
            </a:r>
            <a:r>
              <a:rPr lang="en-US" dirty="0" err="1"/>
              <a:t>studentului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A74E-21A6-4693-986F-F4FE40BE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Reteaua</a:t>
            </a:r>
            <a:r>
              <a:rPr lang="en-US" dirty="0"/>
              <a:t> </a:t>
            </a:r>
            <a:r>
              <a:rPr lang="en-US" dirty="0" err="1"/>
              <a:t>neurala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creata</a:t>
            </a:r>
            <a:r>
              <a:rPr lang="en-US" dirty="0"/>
              <a:t> de la zero (CNN, LSTM, SVN etc.)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derivata</a:t>
            </a:r>
            <a:r>
              <a:rPr lang="en-US" dirty="0"/>
              <a:t> din </a:t>
            </a:r>
            <a:r>
              <a:rPr lang="en-US" dirty="0" err="1"/>
              <a:t>retele</a:t>
            </a:r>
            <a:r>
              <a:rPr lang="en-US" dirty="0"/>
              <a:t> de </a:t>
            </a:r>
            <a:r>
              <a:rPr lang="en-US" dirty="0" err="1"/>
              <a:t>notorietate</a:t>
            </a:r>
            <a:r>
              <a:rPr lang="en-US" dirty="0"/>
              <a:t> (</a:t>
            </a:r>
            <a:r>
              <a:rPr lang="en-US" dirty="0" err="1"/>
              <a:t>AlexNet</a:t>
            </a:r>
            <a:r>
              <a:rPr lang="en-US" dirty="0"/>
              <a:t>, </a:t>
            </a:r>
            <a:r>
              <a:rPr lang="en-US" dirty="0" err="1"/>
              <a:t>ResNet</a:t>
            </a:r>
            <a:r>
              <a:rPr lang="en-US" dirty="0"/>
              <a:t>, </a:t>
            </a:r>
            <a:r>
              <a:rPr lang="en-US" dirty="0" err="1"/>
              <a:t>MobileNet</a:t>
            </a:r>
            <a:r>
              <a:rPr lang="en-US" dirty="0"/>
              <a:t> etc.)</a:t>
            </a:r>
          </a:p>
          <a:p>
            <a:r>
              <a:rPr lang="en-US" dirty="0" err="1"/>
              <a:t>Tehnici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dirty="0"/>
              <a:t> </a:t>
            </a:r>
            <a:r>
              <a:rPr lang="en-US" dirty="0" err="1"/>
              <a:t>robuste</a:t>
            </a:r>
            <a:r>
              <a:rPr lang="en-US" dirty="0"/>
              <a:t> (</a:t>
            </a:r>
            <a:r>
              <a:rPr lang="en-US" dirty="0" err="1"/>
              <a:t>antrenare</a:t>
            </a:r>
            <a:r>
              <a:rPr lang="en-US" dirty="0"/>
              <a:t> </a:t>
            </a:r>
            <a:r>
              <a:rPr lang="en-US" dirty="0" err="1"/>
              <a:t>adversariala</a:t>
            </a:r>
            <a:r>
              <a:rPr lang="en-US" dirty="0"/>
              <a:t>, k-fold etc.)</a:t>
            </a:r>
          </a:p>
          <a:p>
            <a:r>
              <a:rPr lang="en-US" dirty="0" err="1"/>
              <a:t>Minimizarea</a:t>
            </a:r>
            <a:r>
              <a:rPr lang="en-US" dirty="0"/>
              <a:t> </a:t>
            </a:r>
            <a:r>
              <a:rPr lang="en-US" dirty="0" err="1"/>
              <a:t>dimensiunilor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adaptarea</a:t>
            </a:r>
            <a:r>
              <a:rPr lang="en-US" dirty="0"/>
              <a:t> pe Jetson Nano (Ubuntu)</a:t>
            </a:r>
          </a:p>
          <a:p>
            <a:r>
              <a:rPr lang="en-US" dirty="0" err="1"/>
              <a:t>Experimente</a:t>
            </a:r>
            <a:r>
              <a:rPr lang="en-US" dirty="0"/>
              <a:t> cu SDR (</a:t>
            </a:r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interferente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B74537B6-AD2D-AF14-2604-B5351AD123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712178"/>
              </p:ext>
            </p:extLst>
          </p:nvPr>
        </p:nvGraphicFramePr>
        <p:xfrm>
          <a:off x="838203" y="4879404"/>
          <a:ext cx="10515597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198275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557878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60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Etapa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Etapa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Etapa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01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Stabilire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seturi</a:t>
                      </a:r>
                      <a:r>
                        <a:rPr lang="en-US" dirty="0"/>
                        <a:t> de date</a:t>
                      </a:r>
                    </a:p>
                    <a:p>
                      <a:r>
                        <a:rPr lang="en-US" dirty="0" err="1"/>
                        <a:t>Prelucrarea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datelor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Testarea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multor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arhitecturi</a:t>
                      </a:r>
                      <a:endParaRPr lang="en-US" dirty="0"/>
                    </a:p>
                    <a:p>
                      <a:r>
                        <a:rPr lang="en-US" dirty="0"/>
                        <a:t>Analiza </a:t>
                      </a:r>
                      <a:r>
                        <a:rPr lang="en-US" dirty="0" err="1"/>
                        <a:t>rezultate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Dezvoltare</a:t>
                      </a:r>
                      <a:r>
                        <a:rPr lang="en-US" dirty="0"/>
                        <a:t> pe </a:t>
                      </a:r>
                      <a:r>
                        <a:rPr lang="en-US" dirty="0" err="1"/>
                        <a:t>sistem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integrat</a:t>
                      </a:r>
                      <a:endParaRPr lang="en-US" dirty="0"/>
                    </a:p>
                    <a:p>
                      <a:r>
                        <a:rPr lang="en-US" dirty="0"/>
                        <a:t>Analiza </a:t>
                      </a:r>
                      <a:r>
                        <a:rPr lang="en-US" dirty="0" err="1"/>
                        <a:t>rezultate</a:t>
                      </a:r>
                      <a:endParaRPr lang="en-US" dirty="0"/>
                    </a:p>
                    <a:p>
                      <a:r>
                        <a:rPr lang="en-US" dirty="0" err="1"/>
                        <a:t>Testare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validare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58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88FC-8334-BDA4-52AD-1CBD2A84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Desfasurarea</a:t>
            </a:r>
            <a:r>
              <a:rPr lang="en-US" dirty="0"/>
              <a:t> </a:t>
            </a:r>
            <a:r>
              <a:rPr lang="en-US" dirty="0" err="1"/>
              <a:t>lucrarii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3683-A591-8B25-CD5F-499576E5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: Python (</a:t>
            </a:r>
            <a:r>
              <a:rPr lang="en-US" dirty="0" err="1"/>
              <a:t>SciKit</a:t>
            </a:r>
            <a:r>
              <a:rPr lang="en-US" dirty="0"/>
              <a:t>-Learn, TensorFlow, </a:t>
            </a:r>
            <a:r>
              <a:rPr lang="en-US" dirty="0" err="1"/>
              <a:t>PyTorch</a:t>
            </a:r>
            <a:r>
              <a:rPr lang="en-US" dirty="0"/>
              <a:t>, NumPy, SciPy etc.), </a:t>
            </a:r>
            <a:r>
              <a:rPr lang="en-US" dirty="0" err="1"/>
              <a:t>GNURadio</a:t>
            </a:r>
            <a:r>
              <a:rPr lang="en-US" dirty="0"/>
              <a:t> (optional)</a:t>
            </a:r>
          </a:p>
          <a:p>
            <a:r>
              <a:rPr lang="en-US" dirty="0"/>
              <a:t>Seturi de date: </a:t>
            </a:r>
            <a:r>
              <a:rPr lang="en-US" dirty="0" err="1"/>
              <a:t>TexBat</a:t>
            </a:r>
            <a:r>
              <a:rPr lang="en-US" dirty="0"/>
              <a:t>, FGI-JSDR</a:t>
            </a:r>
          </a:p>
          <a:p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dezvoltare</a:t>
            </a:r>
            <a:r>
              <a:rPr lang="en-US" dirty="0"/>
              <a:t>: PC, Jetson Nano, SDR (ADI/NI, RTLSDR, </a:t>
            </a:r>
            <a:r>
              <a:rPr lang="en-US" dirty="0" err="1"/>
              <a:t>HackRF</a:t>
            </a:r>
            <a:r>
              <a:rPr lang="en-US" dirty="0"/>
              <a:t> etc.)</a:t>
            </a:r>
          </a:p>
        </p:txBody>
      </p:sp>
    </p:spTree>
    <p:extLst>
      <p:ext uri="{BB962C8B-B14F-4D97-AF65-F5344CB8AC3E}">
        <p14:creationId xmlns:p14="http://schemas.microsoft.com/office/powerpoint/2010/main" val="144808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8F3C-CD16-028B-AB86-B7CAC9DE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80B0-3EC5-C252-356F-401CB230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Pasul 1: </a:t>
            </a:r>
            <a:r>
              <a:rPr lang="en-US" sz="2400" dirty="0" err="1"/>
              <a:t>Stabilire</a:t>
            </a:r>
            <a:r>
              <a:rPr lang="en-US" sz="2400" dirty="0"/>
              <a:t> </a:t>
            </a:r>
            <a:r>
              <a:rPr lang="en-US" sz="2400" dirty="0" err="1"/>
              <a:t>seturi</a:t>
            </a:r>
            <a:r>
              <a:rPr lang="en-US" sz="2400" dirty="0"/>
              <a:t> de date (</a:t>
            </a:r>
            <a:r>
              <a:rPr lang="en-US" sz="2400" dirty="0" err="1"/>
              <a:t>TexBat</a:t>
            </a:r>
            <a:r>
              <a:rPr lang="en-US" sz="2400" dirty="0"/>
              <a:t>, FGI-JSDR), format</a:t>
            </a:r>
          </a:p>
          <a:p>
            <a:r>
              <a:rPr lang="en-US" sz="2400" dirty="0"/>
              <a:t>Pasul 2: </a:t>
            </a:r>
            <a:r>
              <a:rPr lang="en-US" sz="2400" dirty="0" err="1"/>
              <a:t>Prelucrare</a:t>
            </a:r>
            <a:r>
              <a:rPr lang="en-US" sz="2400" dirty="0"/>
              <a:t> =&gt; </a:t>
            </a:r>
            <a:r>
              <a:rPr lang="en-US" sz="2400" dirty="0" err="1"/>
              <a:t>obtin</a:t>
            </a:r>
            <a:r>
              <a:rPr lang="en-US" sz="2400" dirty="0"/>
              <a:t> </a:t>
            </a:r>
            <a:r>
              <a:rPr lang="en-US" sz="2400" dirty="0" err="1"/>
              <a:t>trasaturi</a:t>
            </a:r>
            <a:endParaRPr lang="en-US" sz="2400" dirty="0"/>
          </a:p>
          <a:p>
            <a:r>
              <a:rPr lang="en-US" sz="2400" dirty="0"/>
              <a:t>Pasul 3: </a:t>
            </a:r>
            <a:r>
              <a:rPr lang="en-US" sz="2400" dirty="0" err="1"/>
              <a:t>Tehnici</a:t>
            </a:r>
            <a:r>
              <a:rPr lang="en-US" sz="2400" dirty="0"/>
              <a:t> de </a:t>
            </a:r>
            <a:r>
              <a:rPr lang="en-US" sz="2400" dirty="0" err="1"/>
              <a:t>detectie</a:t>
            </a:r>
            <a:r>
              <a:rPr lang="en-US" sz="2400" dirty="0"/>
              <a:t>, </a:t>
            </a:r>
            <a:r>
              <a:rPr lang="en-US" sz="2400" dirty="0" err="1"/>
              <a:t>clasificare</a:t>
            </a:r>
            <a:endParaRPr lang="en-US" sz="2400" dirty="0"/>
          </a:p>
          <a:p>
            <a:r>
              <a:rPr lang="en-US" sz="2400" dirty="0"/>
              <a:t>Pasul 4: </a:t>
            </a:r>
            <a:r>
              <a:rPr lang="en-US" sz="2400" dirty="0" err="1"/>
              <a:t>Identificare</a:t>
            </a:r>
            <a:r>
              <a:rPr lang="en-US" sz="2400" dirty="0"/>
              <a:t> </a:t>
            </a:r>
            <a:r>
              <a:rPr lang="en-US" sz="2400" dirty="0" err="1"/>
              <a:t>retea</a:t>
            </a:r>
            <a:r>
              <a:rPr lang="en-US" sz="2400" dirty="0"/>
              <a:t>, deploy, train</a:t>
            </a:r>
          </a:p>
          <a:p>
            <a:r>
              <a:rPr lang="en-US" sz="2400" dirty="0"/>
              <a:t>Pasul 5: </a:t>
            </a:r>
            <a:r>
              <a:rPr lang="en-US" sz="2400" dirty="0" err="1"/>
              <a:t>Obtinere</a:t>
            </a:r>
            <a:r>
              <a:rPr lang="en-US" sz="2400" dirty="0"/>
              <a:t> </a:t>
            </a:r>
            <a:r>
              <a:rPr lang="en-US" sz="2400" dirty="0" err="1"/>
              <a:t>rezultate</a:t>
            </a:r>
            <a:r>
              <a:rPr lang="en-US" sz="2400" dirty="0"/>
              <a:t> + </a:t>
            </a:r>
            <a:r>
              <a:rPr lang="en-US" sz="2400" dirty="0" err="1"/>
              <a:t>rezultate</a:t>
            </a:r>
            <a:r>
              <a:rPr lang="en-US" sz="2400" dirty="0"/>
              <a:t> log</a:t>
            </a:r>
          </a:p>
          <a:p>
            <a:r>
              <a:rPr lang="en-US" sz="2400" dirty="0"/>
              <a:t>Pasul 6: </a:t>
            </a:r>
            <a:r>
              <a:rPr lang="en-US" sz="2400" dirty="0" err="1"/>
              <a:t>Identificare</a:t>
            </a:r>
            <a:r>
              <a:rPr lang="en-US" sz="2400" dirty="0"/>
              <a:t> receptor software (RTKLIB/GNSS-SDR)</a:t>
            </a:r>
          </a:p>
          <a:p>
            <a:r>
              <a:rPr lang="en-US" sz="2400" dirty="0"/>
              <a:t>Pasul 7: Ce </a:t>
            </a:r>
            <a:r>
              <a:rPr lang="en-US" sz="2400" dirty="0" err="1"/>
              <a:t>resurse</a:t>
            </a:r>
            <a:r>
              <a:rPr lang="en-US" sz="2400" dirty="0"/>
              <a:t> cere </a:t>
            </a:r>
            <a:r>
              <a:rPr lang="en-US" sz="2400" dirty="0" err="1"/>
              <a:t>reteaua</a:t>
            </a:r>
            <a:r>
              <a:rPr lang="en-US" sz="2400" dirty="0"/>
              <a:t>, </a:t>
            </a:r>
            <a:r>
              <a:rPr lang="en-US" sz="2400" dirty="0" err="1"/>
              <a:t>imbunatatire</a:t>
            </a:r>
            <a:r>
              <a:rPr lang="en-US" sz="2400" dirty="0"/>
              <a:t> </a:t>
            </a:r>
            <a:r>
              <a:rPr lang="en-US" sz="2400" dirty="0" err="1"/>
              <a:t>compatibilitate</a:t>
            </a:r>
            <a:endParaRPr lang="en-US" sz="2400" dirty="0"/>
          </a:p>
          <a:p>
            <a:r>
              <a:rPr lang="en-US" sz="2400" dirty="0"/>
              <a:t>Pasul 8: De </a:t>
            </a:r>
            <a:r>
              <a:rPr lang="en-US" sz="2400" dirty="0" err="1"/>
              <a:t>definit</a:t>
            </a:r>
            <a:r>
              <a:rPr lang="en-US" sz="2400" dirty="0"/>
              <a:t> </a:t>
            </a:r>
            <a:r>
              <a:rPr lang="en-US" sz="2400" dirty="0" err="1"/>
              <a:t>setul</a:t>
            </a:r>
            <a:r>
              <a:rPr lang="en-US" sz="2400" dirty="0"/>
              <a:t> de date de </a:t>
            </a:r>
            <a:r>
              <a:rPr lang="en-US" sz="2400" dirty="0" err="1"/>
              <a:t>validare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metoda</a:t>
            </a:r>
            <a:r>
              <a:rPr lang="en-US" sz="2400" dirty="0"/>
              <a:t> de </a:t>
            </a:r>
            <a:r>
              <a:rPr lang="en-US" sz="2400" dirty="0" err="1"/>
              <a:t>validare</a:t>
            </a:r>
            <a:r>
              <a:rPr lang="en-US" sz="2400" dirty="0"/>
              <a:t> (se face cu o </a:t>
            </a:r>
            <a:r>
              <a:rPr lang="en-US" sz="2400" dirty="0" err="1"/>
              <a:t>referinta</a:t>
            </a:r>
            <a:r>
              <a:rPr lang="en-US" sz="2400" dirty="0"/>
              <a:t> </a:t>
            </a:r>
            <a:r>
              <a:rPr lang="en-US" sz="2400" dirty="0" err="1"/>
              <a:t>cunoscuta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996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0DE4-E4EC-973F-8097-130C4C0A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9AB32-130A-03E1-15C8-A38A057765FF}"/>
              </a:ext>
            </a:extLst>
          </p:cNvPr>
          <p:cNvSpPr txBox="1"/>
          <p:nvPr/>
        </p:nvSpPr>
        <p:spPr>
          <a:xfrm>
            <a:off x="838200" y="1690688"/>
            <a:ext cx="10515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* In </a:t>
            </a:r>
            <a:r>
              <a:rPr lang="en-US" sz="1400" u="sng" dirty="0" err="1"/>
              <a:t>functie</a:t>
            </a:r>
            <a:r>
              <a:rPr lang="en-US" sz="1400" u="sng" dirty="0"/>
              <a:t> de </a:t>
            </a:r>
            <a:r>
              <a:rPr lang="en-US" sz="1400" u="sng" dirty="0" err="1"/>
              <a:t>tipul</a:t>
            </a:r>
            <a:r>
              <a:rPr lang="en-US" sz="1400" u="sng" dirty="0"/>
              <a:t> de date </a:t>
            </a:r>
            <a:r>
              <a:rPr lang="en-US" sz="1400" u="sng" dirty="0" err="1"/>
              <a:t>folosite</a:t>
            </a:r>
            <a:r>
              <a:rPr lang="en-US" sz="1400" u="sng" dirty="0"/>
              <a:t>, </a:t>
            </a:r>
            <a:r>
              <a:rPr lang="en-US" sz="1400" u="sng" dirty="0" err="1"/>
              <a:t>vei</a:t>
            </a:r>
            <a:r>
              <a:rPr lang="en-US" sz="1400" u="sng" dirty="0"/>
              <a:t> </a:t>
            </a:r>
            <a:r>
              <a:rPr lang="en-US" sz="1400" u="sng" dirty="0" err="1"/>
              <a:t>avea</a:t>
            </a:r>
            <a:r>
              <a:rPr lang="en-US" sz="1400" u="sng" dirty="0"/>
              <a:t> </a:t>
            </a:r>
            <a:r>
              <a:rPr lang="en-US" sz="1400" u="sng" dirty="0" err="1"/>
              <a:t>nevoie</a:t>
            </a:r>
            <a:r>
              <a:rPr lang="en-US" sz="1400" u="sng" dirty="0"/>
              <a:t> de </a:t>
            </a:r>
            <a:r>
              <a:rPr lang="en-US" sz="1400" u="sng" dirty="0" err="1"/>
              <a:t>integrare</a:t>
            </a:r>
            <a:r>
              <a:rPr lang="en-US" sz="1400" u="sng" dirty="0"/>
              <a:t> cu un receptor software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Implementa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en-US" sz="1400" dirty="0"/>
              <a:t> </a:t>
            </a:r>
            <a:r>
              <a:rPr lang="en-US" sz="1400" dirty="0" err="1"/>
              <a:t>recente</a:t>
            </a:r>
            <a:r>
              <a:rPr lang="en-US" sz="1400" dirty="0"/>
              <a:t> din </a:t>
            </a:r>
            <a:r>
              <a:rPr lang="en-US" sz="1400" dirty="0" err="1"/>
              <a:t>literatura</a:t>
            </a:r>
            <a:r>
              <a:rPr lang="en-US" sz="1400" dirty="0"/>
              <a:t> de </a:t>
            </a:r>
            <a:r>
              <a:rPr lang="en-US" sz="1400" dirty="0" err="1"/>
              <a:t>specialitate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clasificarea</a:t>
            </a:r>
            <a:r>
              <a:rPr lang="en-US" sz="1400" dirty="0"/>
              <a:t> de </a:t>
            </a:r>
            <a:r>
              <a:rPr lang="en-US" sz="1400" dirty="0" err="1"/>
              <a:t>interferențe</a:t>
            </a:r>
            <a:r>
              <a:rPr lang="en-US" sz="1400" dirty="0"/>
              <a:t> GNSS,  * </a:t>
            </a:r>
            <a:r>
              <a:rPr lang="en-US" sz="1400" u="sng" dirty="0"/>
              <a:t>de </a:t>
            </a:r>
            <a:r>
              <a:rPr lang="en-US" sz="1400" u="sng" dirty="0" err="1"/>
              <a:t>identificat</a:t>
            </a:r>
            <a:r>
              <a:rPr lang="en-US" sz="1400" u="sng" dirty="0"/>
              <a:t> </a:t>
            </a:r>
            <a:r>
              <a:rPr lang="en-US" sz="1400" u="sng" dirty="0" err="1"/>
              <a:t>tehnici</a:t>
            </a:r>
            <a:r>
              <a:rPr lang="en-US" sz="1400" u="sng" dirty="0"/>
              <a:t> de </a:t>
            </a:r>
            <a:r>
              <a:rPr lang="en-US" sz="1400" u="sng" dirty="0" err="1"/>
              <a:t>detectie</a:t>
            </a:r>
            <a:r>
              <a:rPr lang="en-US" sz="1400" u="sng" dirty="0"/>
              <a:t> </a:t>
            </a:r>
            <a:r>
              <a:rPr lang="en-US" sz="1400" u="sng" dirty="0" err="1"/>
              <a:t>si</a:t>
            </a:r>
            <a:r>
              <a:rPr lang="en-US" sz="1400" u="sng" dirty="0"/>
              <a:t> </a:t>
            </a:r>
            <a:r>
              <a:rPr lang="en-US" sz="1400" u="sng" dirty="0" err="1"/>
              <a:t>tehnici</a:t>
            </a:r>
            <a:r>
              <a:rPr lang="en-US" sz="1400" u="sng" dirty="0"/>
              <a:t> de </a:t>
            </a:r>
            <a:r>
              <a:rPr lang="en-US" sz="1400" u="sng" dirty="0" err="1"/>
              <a:t>clasificare</a:t>
            </a:r>
            <a:endParaRPr lang="en-US" sz="1400" u="sng" dirty="0"/>
          </a:p>
          <a:p>
            <a:endParaRPr lang="en-US" sz="1400" dirty="0"/>
          </a:p>
          <a:p>
            <a:r>
              <a:rPr lang="en-US" sz="1400" u="sng" dirty="0"/>
              <a:t>* In </a:t>
            </a:r>
            <a:r>
              <a:rPr lang="en-US" sz="1400" u="sng" dirty="0" err="1"/>
              <a:t>functie</a:t>
            </a:r>
            <a:r>
              <a:rPr lang="en-US" sz="1400" u="sng" dirty="0"/>
              <a:t> de </a:t>
            </a:r>
            <a:r>
              <a:rPr lang="en-US" sz="1400" u="sng" dirty="0" err="1"/>
              <a:t>tehnicile</a:t>
            </a:r>
            <a:r>
              <a:rPr lang="en-US" sz="1400" u="sng" dirty="0"/>
              <a:t> </a:t>
            </a:r>
            <a:r>
              <a:rPr lang="en-US" sz="1400" u="sng" dirty="0" err="1"/>
              <a:t>selectate</a:t>
            </a:r>
            <a:r>
              <a:rPr lang="en-US" sz="1400" u="sng" dirty="0"/>
              <a:t> se </a:t>
            </a:r>
            <a:r>
              <a:rPr lang="en-US" sz="1400" u="sng" dirty="0" err="1"/>
              <a:t>cauta</a:t>
            </a:r>
            <a:r>
              <a:rPr lang="en-US" sz="1400" u="sng" dirty="0"/>
              <a:t> set de date </a:t>
            </a:r>
            <a:r>
              <a:rPr lang="en-US" sz="1400" u="sng" dirty="0" err="1"/>
              <a:t>potrivit</a:t>
            </a:r>
            <a:endParaRPr lang="en-US" sz="1400" dirty="0"/>
          </a:p>
          <a:p>
            <a:r>
              <a:rPr lang="en-US" sz="1400" dirty="0" err="1"/>
              <a:t>Utilizând</a:t>
            </a:r>
            <a:r>
              <a:rPr lang="en-US" sz="1400" dirty="0"/>
              <a:t> </a:t>
            </a:r>
            <a:r>
              <a:rPr lang="en-US" sz="1400" dirty="0" err="1"/>
              <a:t>rețele</a:t>
            </a:r>
            <a:r>
              <a:rPr lang="en-US" sz="1400" dirty="0"/>
              <a:t> </a:t>
            </a:r>
            <a:r>
              <a:rPr lang="en-US" sz="1400" dirty="0" err="1"/>
              <a:t>neurale</a:t>
            </a:r>
            <a:r>
              <a:rPr lang="en-US" sz="1400" dirty="0"/>
              <a:t> </a:t>
            </a:r>
            <a:r>
              <a:rPr lang="en-US" sz="1400" dirty="0" err="1"/>
              <a:t>convoluționale</a:t>
            </a:r>
            <a:r>
              <a:rPr lang="en-US" sz="1400" dirty="0"/>
              <a:t> (CNN), </a:t>
            </a:r>
            <a:r>
              <a:rPr lang="en-US" sz="1400" dirty="0" err="1"/>
              <a:t>rețele</a:t>
            </a:r>
            <a:r>
              <a:rPr lang="en-US" sz="1400" dirty="0"/>
              <a:t> </a:t>
            </a:r>
            <a:r>
              <a:rPr lang="en-US" sz="1400" dirty="0" err="1"/>
              <a:t>adânci</a:t>
            </a:r>
            <a:r>
              <a:rPr lang="en-US" sz="1400" dirty="0"/>
              <a:t> cu </a:t>
            </a:r>
            <a:r>
              <a:rPr lang="en-US" sz="1400" dirty="0" err="1"/>
              <a:t>memorie</a:t>
            </a:r>
            <a:r>
              <a:rPr lang="en-US" sz="1400" dirty="0"/>
              <a:t> pe termen </a:t>
            </a:r>
            <a:r>
              <a:rPr lang="en-US" sz="1400" dirty="0" err="1"/>
              <a:t>scurt</a:t>
            </a:r>
            <a:r>
              <a:rPr lang="en-US" sz="1400" dirty="0"/>
              <a:t> (LSTM) </a:t>
            </a:r>
            <a:r>
              <a:rPr lang="en-US" sz="1400" dirty="0" err="1"/>
              <a:t>saualte</a:t>
            </a:r>
            <a:r>
              <a:rPr lang="en-US" sz="1400" dirty="0"/>
              <a:t> </a:t>
            </a:r>
            <a:r>
              <a:rPr lang="en-US" sz="1400" dirty="0" err="1"/>
              <a:t>soluții</a:t>
            </a:r>
            <a:r>
              <a:rPr lang="en-US" sz="1400" dirty="0"/>
              <a:t> </a:t>
            </a:r>
            <a:r>
              <a:rPr lang="en-US" sz="1400" dirty="0" err="1"/>
              <a:t>inovatoare</a:t>
            </a:r>
            <a:r>
              <a:rPr lang="en-US" sz="1400" dirty="0"/>
              <a:t>.  </a:t>
            </a:r>
            <a:r>
              <a:rPr lang="en-US" sz="1400" u="sng" dirty="0"/>
              <a:t>* </a:t>
            </a:r>
            <a:r>
              <a:rPr lang="en-US" sz="1400" u="sng" dirty="0" err="1"/>
              <a:t>identifici</a:t>
            </a:r>
            <a:r>
              <a:rPr lang="en-US" sz="1400" u="sng" dirty="0"/>
              <a:t> </a:t>
            </a:r>
            <a:r>
              <a:rPr lang="en-US" sz="1400" u="sng" dirty="0" err="1"/>
              <a:t>reteaua</a:t>
            </a:r>
            <a:r>
              <a:rPr lang="en-US" sz="1400" u="sng" dirty="0"/>
              <a:t> pe care o </a:t>
            </a:r>
            <a:r>
              <a:rPr lang="en-US" sz="1400" u="sng" dirty="0" err="1"/>
              <a:t>folosesti</a:t>
            </a:r>
            <a:r>
              <a:rPr lang="en-US" sz="1400" u="sng" dirty="0"/>
              <a:t>, </a:t>
            </a:r>
            <a:r>
              <a:rPr lang="en-US" sz="1400" u="sng" dirty="0" err="1"/>
              <a:t>sa</a:t>
            </a:r>
            <a:r>
              <a:rPr lang="en-US" sz="1400" u="sng" dirty="0"/>
              <a:t> </a:t>
            </a:r>
            <a:r>
              <a:rPr lang="en-US" sz="1400" u="sng" dirty="0" err="1"/>
              <a:t>faci</a:t>
            </a:r>
            <a:r>
              <a:rPr lang="en-US" sz="1400" u="sng" dirty="0"/>
              <a:t> deploy </a:t>
            </a:r>
            <a:r>
              <a:rPr lang="en-US" sz="1400" u="sng" dirty="0" err="1"/>
              <a:t>si</a:t>
            </a:r>
            <a:r>
              <a:rPr lang="en-US" sz="1400" u="sng" dirty="0"/>
              <a:t> </a:t>
            </a:r>
            <a:r>
              <a:rPr lang="en-US" sz="1400" u="sng" dirty="0" err="1"/>
              <a:t>sa</a:t>
            </a:r>
            <a:r>
              <a:rPr lang="en-US" sz="1400" u="sng" dirty="0"/>
              <a:t> o </a:t>
            </a:r>
            <a:r>
              <a:rPr lang="en-US" sz="1400" u="sng" dirty="0" err="1"/>
              <a:t>antrenezi</a:t>
            </a:r>
            <a:r>
              <a:rPr lang="en-US" sz="1400" u="sng" dirty="0"/>
              <a:t> – de </a:t>
            </a:r>
            <a:r>
              <a:rPr lang="en-US" sz="1400" u="sng" dirty="0" err="1"/>
              <a:t>indentificat</a:t>
            </a:r>
            <a:r>
              <a:rPr lang="en-US" sz="1400" u="sng" dirty="0"/>
              <a:t> </a:t>
            </a:r>
            <a:r>
              <a:rPr lang="en-US" sz="1400" u="sng" dirty="0" err="1"/>
              <a:t>volumul</a:t>
            </a:r>
            <a:r>
              <a:rPr lang="en-US" sz="1400" u="sng" dirty="0"/>
              <a:t> de date </a:t>
            </a:r>
            <a:r>
              <a:rPr lang="en-US" sz="1400" u="sng" dirty="0" err="1"/>
              <a:t>necesar</a:t>
            </a:r>
            <a:r>
              <a:rPr lang="en-US" sz="1400" u="sng" dirty="0"/>
              <a:t> </a:t>
            </a:r>
            <a:r>
              <a:rPr lang="en-US" sz="1400" u="sng" dirty="0" err="1"/>
              <a:t>pentru</a:t>
            </a:r>
            <a:r>
              <a:rPr lang="en-US" sz="1400" u="sng" dirty="0"/>
              <a:t> </a:t>
            </a:r>
            <a:r>
              <a:rPr lang="en-US" sz="1400" u="sng" dirty="0" err="1"/>
              <a:t>antrenare</a:t>
            </a:r>
            <a:endParaRPr lang="en-US" sz="1400" dirty="0"/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aduce</a:t>
            </a:r>
            <a:r>
              <a:rPr lang="en-US" sz="1400" dirty="0"/>
              <a:t> </a:t>
            </a:r>
            <a:r>
              <a:rPr lang="en-US" sz="1400" dirty="0" err="1"/>
              <a:t>modificări</a:t>
            </a:r>
            <a:r>
              <a:rPr lang="en-US" sz="1400" dirty="0"/>
              <a:t> </a:t>
            </a:r>
            <a:r>
              <a:rPr lang="en-US" sz="1400" dirty="0" err="1"/>
              <a:t>rețelei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putea</a:t>
            </a:r>
            <a:r>
              <a:rPr lang="en-US" sz="1400" dirty="0"/>
              <a:t> integra </a:t>
            </a:r>
            <a:r>
              <a:rPr lang="en-US" sz="1400" dirty="0" err="1"/>
              <a:t>aceste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en-US" sz="1400" dirty="0"/>
              <a:t>, </a:t>
            </a:r>
            <a:r>
              <a:rPr lang="en-US" sz="1400" dirty="0" err="1"/>
              <a:t>asigurând</a:t>
            </a:r>
            <a:r>
              <a:rPr lang="en-US" sz="1400" dirty="0"/>
              <a:t> </a:t>
            </a:r>
            <a:r>
              <a:rPr lang="en-US" sz="1400" dirty="0" err="1"/>
              <a:t>compatibilitatea</a:t>
            </a:r>
            <a:r>
              <a:rPr lang="en-US" sz="1400" dirty="0"/>
              <a:t> </a:t>
            </a:r>
            <a:r>
              <a:rPr lang="en-US" sz="1400" dirty="0" err="1"/>
              <a:t>întregului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obținerea</a:t>
            </a:r>
            <a:r>
              <a:rPr lang="en-US" sz="1400" dirty="0"/>
              <a:t> </a:t>
            </a:r>
            <a:r>
              <a:rPr lang="en-US" sz="1400" dirty="0" err="1"/>
              <a:t>celor</a:t>
            </a:r>
            <a:r>
              <a:rPr lang="en-US" sz="1400" dirty="0"/>
              <a:t> </a:t>
            </a:r>
            <a:r>
              <a:rPr lang="en-US" sz="1400" dirty="0" err="1"/>
              <a:t>mai</a:t>
            </a:r>
            <a:r>
              <a:rPr lang="en-US" sz="1400" dirty="0"/>
              <a:t> </a:t>
            </a:r>
            <a:r>
              <a:rPr lang="en-US" sz="1400" dirty="0" err="1"/>
              <a:t>bune</a:t>
            </a:r>
            <a:r>
              <a:rPr lang="en-US" sz="1400" dirty="0"/>
              <a:t> </a:t>
            </a:r>
            <a:r>
              <a:rPr lang="en-US" sz="1400" dirty="0" err="1"/>
              <a:t>rezultate</a:t>
            </a:r>
            <a:r>
              <a:rPr lang="en-US" sz="1400" dirty="0"/>
              <a:t> </a:t>
            </a:r>
            <a:r>
              <a:rPr lang="en-US" sz="1400" dirty="0" err="1"/>
              <a:t>posibile</a:t>
            </a:r>
            <a:r>
              <a:rPr lang="en-US" sz="1400" dirty="0"/>
              <a:t> * </a:t>
            </a:r>
            <a:r>
              <a:rPr lang="en-US" sz="1400" u="sng" dirty="0"/>
              <a:t>set de date de test pe care </a:t>
            </a:r>
            <a:r>
              <a:rPr lang="en-US" sz="1400" u="sng" dirty="0" err="1"/>
              <a:t>sa</a:t>
            </a:r>
            <a:r>
              <a:rPr lang="en-US" sz="1400" u="sng" dirty="0"/>
              <a:t> </a:t>
            </a:r>
            <a:r>
              <a:rPr lang="en-US" sz="1400" u="sng" dirty="0" err="1"/>
              <a:t>rulezi</a:t>
            </a:r>
            <a:r>
              <a:rPr lang="en-US" sz="1400" u="sng" dirty="0"/>
              <a:t> cu </a:t>
            </a:r>
            <a:r>
              <a:rPr lang="en-US" sz="1400" u="sng" dirty="0" err="1"/>
              <a:t>diferite</a:t>
            </a:r>
            <a:r>
              <a:rPr lang="en-US" sz="1400" u="sng" dirty="0"/>
              <a:t> </a:t>
            </a:r>
            <a:r>
              <a:rPr lang="en-US" sz="1400" u="sng" dirty="0" err="1"/>
              <a:t>modificari</a:t>
            </a:r>
            <a:r>
              <a:rPr lang="en-US" sz="1400" u="sng" dirty="0"/>
              <a:t> </a:t>
            </a:r>
            <a:r>
              <a:rPr lang="en-US" sz="1400" u="sng" dirty="0" err="1"/>
              <a:t>si</a:t>
            </a:r>
            <a:r>
              <a:rPr lang="en-US" sz="1400" u="sng" dirty="0"/>
              <a:t> </a:t>
            </a:r>
            <a:r>
              <a:rPr lang="en-US" sz="1400" u="sng" dirty="0" err="1"/>
              <a:t>sa</a:t>
            </a:r>
            <a:r>
              <a:rPr lang="en-US" sz="1400" u="sng" dirty="0"/>
              <a:t> </a:t>
            </a:r>
            <a:r>
              <a:rPr lang="en-US" sz="1400" u="sng" dirty="0" err="1"/>
              <a:t>tii</a:t>
            </a:r>
            <a:r>
              <a:rPr lang="en-US" sz="1400" u="sng" dirty="0"/>
              <a:t> log al </a:t>
            </a:r>
            <a:r>
              <a:rPr lang="en-US" sz="1400" u="sng" dirty="0" err="1"/>
              <a:t>rezultatelor</a:t>
            </a:r>
            <a:r>
              <a:rPr lang="en-US" sz="1400" u="sng" dirty="0"/>
              <a:t> </a:t>
            </a:r>
            <a:r>
              <a:rPr lang="en-US" sz="1400" u="sng" dirty="0" err="1"/>
              <a:t>testelor</a:t>
            </a:r>
            <a:endParaRPr lang="en-US" sz="1400" dirty="0"/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aduce</a:t>
            </a:r>
            <a:r>
              <a:rPr lang="en-US" sz="1400" dirty="0"/>
              <a:t> </a:t>
            </a:r>
            <a:r>
              <a:rPr lang="en-US" sz="1400" dirty="0" err="1"/>
              <a:t>modificări</a:t>
            </a:r>
            <a:r>
              <a:rPr lang="en-US" sz="1400" dirty="0"/>
              <a:t> </a:t>
            </a:r>
            <a:r>
              <a:rPr lang="en-US" sz="1400" dirty="0" err="1"/>
              <a:t>necesare</a:t>
            </a:r>
            <a:r>
              <a:rPr lang="en-US" sz="1400" dirty="0"/>
              <a:t> </a:t>
            </a:r>
            <a:r>
              <a:rPr lang="en-US" sz="1400" dirty="0" err="1"/>
              <a:t>instalării</a:t>
            </a:r>
            <a:r>
              <a:rPr lang="en-US" sz="1400" dirty="0"/>
              <a:t> </a:t>
            </a:r>
            <a:r>
              <a:rPr lang="en-US" sz="1400" dirty="0" err="1"/>
              <a:t>sistemului</a:t>
            </a:r>
            <a:r>
              <a:rPr lang="en-US" sz="1400" dirty="0"/>
              <a:t> de </a:t>
            </a:r>
            <a:r>
              <a:rPr lang="en-US" sz="1400" dirty="0" err="1"/>
              <a:t>inteligență</a:t>
            </a:r>
            <a:r>
              <a:rPr lang="en-US" sz="1400" dirty="0"/>
              <a:t> </a:t>
            </a:r>
            <a:r>
              <a:rPr lang="en-US" sz="1400" dirty="0" err="1"/>
              <a:t>artificială</a:t>
            </a:r>
            <a:r>
              <a:rPr lang="en-US" sz="1400" dirty="0"/>
              <a:t> </a:t>
            </a:r>
            <a:r>
              <a:rPr lang="en-US" sz="1400" dirty="0" err="1"/>
              <a:t>dezvoltat</a:t>
            </a:r>
            <a:r>
              <a:rPr lang="en-US" sz="1400" dirty="0"/>
              <a:t> pe o </a:t>
            </a:r>
            <a:r>
              <a:rPr lang="en-US" sz="1400" dirty="0" err="1"/>
              <a:t>platformă</a:t>
            </a:r>
            <a:r>
              <a:rPr lang="en-US" sz="1400" dirty="0"/>
              <a:t> de </a:t>
            </a:r>
            <a:r>
              <a:rPr lang="en-US" sz="1400" dirty="0" err="1"/>
              <a:t>dezolvtare</a:t>
            </a:r>
            <a:r>
              <a:rPr lang="en-US" sz="1400" dirty="0"/>
              <a:t> Nvidia Jetson Nano. </a:t>
            </a:r>
            <a:r>
              <a:rPr lang="en-US" sz="1400" u="sng" dirty="0"/>
              <a:t>* de </a:t>
            </a:r>
            <a:r>
              <a:rPr lang="en-US" sz="1400" u="sng" dirty="0" err="1"/>
              <a:t>verificat</a:t>
            </a:r>
            <a:r>
              <a:rPr lang="en-US" sz="1400" u="sng" dirty="0"/>
              <a:t> </a:t>
            </a:r>
            <a:r>
              <a:rPr lang="en-US" sz="1400" u="sng" dirty="0" err="1"/>
              <a:t>ce</a:t>
            </a:r>
            <a:r>
              <a:rPr lang="en-US" sz="1400" u="sng" dirty="0"/>
              <a:t> </a:t>
            </a:r>
            <a:r>
              <a:rPr lang="en-US" sz="1400" u="sng" dirty="0" err="1"/>
              <a:t>resurse</a:t>
            </a:r>
            <a:r>
              <a:rPr lang="en-US" sz="1400" u="sng" dirty="0"/>
              <a:t> </a:t>
            </a:r>
            <a:r>
              <a:rPr lang="en-US" sz="1400" u="sng" dirty="0" err="1"/>
              <a:t>iti</a:t>
            </a:r>
            <a:r>
              <a:rPr lang="en-US" sz="1400" u="sng" dirty="0"/>
              <a:t> cere </a:t>
            </a:r>
            <a:r>
              <a:rPr lang="en-US" sz="1400" u="sng" dirty="0" err="1"/>
              <a:t>reteaua</a:t>
            </a:r>
            <a:r>
              <a:rPr lang="en-US" sz="1400" u="sng" dirty="0"/>
              <a:t> </a:t>
            </a:r>
            <a:r>
              <a:rPr lang="en-US" sz="1400" u="sng" dirty="0" err="1"/>
              <a:t>neurala</a:t>
            </a:r>
            <a:r>
              <a:rPr lang="en-US" sz="1400" u="sng" dirty="0"/>
              <a:t> </a:t>
            </a:r>
            <a:r>
              <a:rPr lang="en-US" sz="1400" u="sng" dirty="0" err="1"/>
              <a:t>pentru</a:t>
            </a:r>
            <a:r>
              <a:rPr lang="en-US" sz="1400" u="sng" dirty="0"/>
              <a:t> a </a:t>
            </a:r>
            <a:r>
              <a:rPr lang="en-US" sz="1400" u="sng" dirty="0" err="1"/>
              <a:t>vedea</a:t>
            </a:r>
            <a:r>
              <a:rPr lang="en-US" sz="1400" u="sng" dirty="0"/>
              <a:t> </a:t>
            </a:r>
            <a:r>
              <a:rPr lang="en-US" sz="1400" u="sng" dirty="0" err="1"/>
              <a:t>daca</a:t>
            </a:r>
            <a:r>
              <a:rPr lang="en-US" sz="1400" u="sng" dirty="0"/>
              <a:t> e </a:t>
            </a:r>
            <a:r>
              <a:rPr lang="en-US" sz="1400" u="sng" dirty="0" err="1"/>
              <a:t>compatibil</a:t>
            </a:r>
            <a:r>
              <a:rPr lang="en-US" sz="1400" u="sng" dirty="0"/>
              <a:t> cu jetson nano</a:t>
            </a:r>
            <a:endParaRPr lang="en-US" sz="1400" dirty="0"/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Validarea</a:t>
            </a:r>
            <a:r>
              <a:rPr lang="en-US" sz="1400" dirty="0"/>
              <a:t> </a:t>
            </a:r>
            <a:r>
              <a:rPr lang="en-US" sz="1400" dirty="0" err="1"/>
              <a:t>rezultatelor</a:t>
            </a:r>
            <a:r>
              <a:rPr lang="en-US" sz="1400" dirty="0"/>
              <a:t> se </a:t>
            </a:r>
            <a:r>
              <a:rPr lang="en-US" sz="1400" dirty="0" err="1"/>
              <a:t>va</a:t>
            </a:r>
            <a:r>
              <a:rPr lang="en-US" sz="1400" dirty="0"/>
              <a:t> face pe </a:t>
            </a:r>
            <a:r>
              <a:rPr lang="en-US" sz="1400" dirty="0" err="1"/>
              <a:t>seturi</a:t>
            </a:r>
            <a:r>
              <a:rPr lang="en-US" sz="1400" dirty="0"/>
              <a:t> de date </a:t>
            </a:r>
            <a:r>
              <a:rPr lang="en-US" sz="1400" dirty="0" err="1"/>
              <a:t>complexe</a:t>
            </a:r>
            <a:r>
              <a:rPr lang="en-US" sz="1400" dirty="0"/>
              <a:t>,  * </a:t>
            </a:r>
            <a:r>
              <a:rPr lang="en-US" sz="1400" u="sng" dirty="0"/>
              <a:t>de </a:t>
            </a:r>
            <a:r>
              <a:rPr lang="en-US" sz="1400" u="sng" dirty="0" err="1"/>
              <a:t>definit</a:t>
            </a:r>
            <a:r>
              <a:rPr lang="en-US" sz="1400" u="sng" dirty="0"/>
              <a:t> </a:t>
            </a:r>
            <a:r>
              <a:rPr lang="en-US" sz="1400" u="sng" dirty="0" err="1"/>
              <a:t>setul</a:t>
            </a:r>
            <a:r>
              <a:rPr lang="en-US" sz="1400" u="sng" dirty="0"/>
              <a:t> de date </a:t>
            </a:r>
            <a:r>
              <a:rPr lang="en-US" sz="1400" u="sng" dirty="0" err="1"/>
              <a:t>validare</a:t>
            </a:r>
            <a:r>
              <a:rPr lang="en-US" sz="1400" u="sng" dirty="0"/>
              <a:t> </a:t>
            </a:r>
            <a:r>
              <a:rPr lang="en-US" sz="1400" u="sng" dirty="0" err="1"/>
              <a:t>si</a:t>
            </a:r>
            <a:r>
              <a:rPr lang="en-US" sz="1400" u="sng" dirty="0"/>
              <a:t> </a:t>
            </a:r>
            <a:r>
              <a:rPr lang="en-US" sz="1400" u="sng" dirty="0" err="1"/>
              <a:t>metoda</a:t>
            </a:r>
            <a:r>
              <a:rPr lang="en-US" sz="1400" u="sng" dirty="0"/>
              <a:t> de </a:t>
            </a:r>
            <a:r>
              <a:rPr lang="en-US" sz="1400" u="sng" dirty="0" err="1"/>
              <a:t>validare</a:t>
            </a:r>
            <a:r>
              <a:rPr lang="en-US" sz="1400" u="sng" dirty="0"/>
              <a:t> – </a:t>
            </a:r>
            <a:r>
              <a:rPr lang="en-US" sz="1400" u="sng" dirty="0" err="1"/>
              <a:t>validarea</a:t>
            </a:r>
            <a:r>
              <a:rPr lang="en-US" sz="1400" u="sng" dirty="0"/>
              <a:t> se face cu o </a:t>
            </a:r>
            <a:r>
              <a:rPr lang="en-US" sz="1400" u="sng" dirty="0" err="1"/>
              <a:t>referinta</a:t>
            </a:r>
            <a:r>
              <a:rPr lang="en-US" sz="1400" u="sng" dirty="0"/>
              <a:t> </a:t>
            </a:r>
            <a:r>
              <a:rPr lang="en-US" sz="1400" u="sng" dirty="0" err="1"/>
              <a:t>cunoscuta</a:t>
            </a:r>
            <a:endParaRPr lang="en-US" sz="1400" dirty="0"/>
          </a:p>
          <a:p>
            <a:r>
              <a:rPr lang="en-US" sz="1400" dirty="0"/>
              <a:t>Dar </a:t>
            </a:r>
            <a:r>
              <a:rPr lang="en-US" sz="1400" dirty="0" err="1"/>
              <a:t>și</a:t>
            </a:r>
            <a:r>
              <a:rPr lang="en-US" sz="1400" dirty="0"/>
              <a:t> pe </a:t>
            </a:r>
            <a:r>
              <a:rPr lang="en-US" sz="1400" dirty="0" err="1"/>
              <a:t>baza</a:t>
            </a:r>
            <a:r>
              <a:rPr lang="en-US" sz="1400" dirty="0"/>
              <a:t> </a:t>
            </a:r>
            <a:r>
              <a:rPr lang="en-US" sz="1400" dirty="0" err="1"/>
              <a:t>unor</a:t>
            </a:r>
            <a:r>
              <a:rPr lang="en-US" sz="1400" dirty="0"/>
              <a:t> </a:t>
            </a:r>
            <a:r>
              <a:rPr lang="en-US" sz="1400" dirty="0" err="1"/>
              <a:t>semnale</a:t>
            </a:r>
            <a:r>
              <a:rPr lang="en-US" sz="1400" dirty="0"/>
              <a:t> generate de student </a:t>
            </a:r>
            <a:r>
              <a:rPr lang="en-US" sz="1400" dirty="0" err="1"/>
              <a:t>folosind</a:t>
            </a:r>
            <a:r>
              <a:rPr lang="en-US" sz="1400" dirty="0"/>
              <a:t> un </a:t>
            </a:r>
            <a:r>
              <a:rPr lang="en-US" sz="1400" dirty="0" err="1"/>
              <a:t>dispozitiv</a:t>
            </a:r>
            <a:r>
              <a:rPr lang="en-US" sz="1400" dirty="0"/>
              <a:t> radio SDR (</a:t>
            </a:r>
            <a:r>
              <a:rPr lang="en-US" sz="1400" dirty="0" err="1"/>
              <a:t>posibil</a:t>
            </a:r>
            <a:r>
              <a:rPr lang="en-US" sz="1400" dirty="0"/>
              <a:t>, in </a:t>
            </a:r>
            <a:r>
              <a:rPr lang="en-US" sz="1400" dirty="0" err="1"/>
              <a:t>functie</a:t>
            </a:r>
            <a:r>
              <a:rPr lang="en-US" sz="1400" dirty="0"/>
              <a:t> de </a:t>
            </a:r>
            <a:r>
              <a:rPr lang="en-US" sz="1400" dirty="0" err="1"/>
              <a:t>disponibilitate</a:t>
            </a:r>
            <a:r>
              <a:rPr lang="en-US" sz="1400" dirty="0"/>
              <a:t>)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prezenta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impactul</a:t>
            </a:r>
            <a:r>
              <a:rPr lang="en-US" sz="1400" dirty="0"/>
              <a:t> </a:t>
            </a:r>
            <a:r>
              <a:rPr lang="en-US" sz="1400" dirty="0" err="1"/>
              <a:t>modificarilor</a:t>
            </a:r>
            <a:r>
              <a:rPr lang="en-US" sz="1400" dirty="0"/>
              <a:t> </a:t>
            </a:r>
            <a:r>
              <a:rPr lang="en-US" sz="1400" dirty="0" err="1"/>
              <a:t>aduse</a:t>
            </a:r>
            <a:r>
              <a:rPr lang="en-US" sz="1400" dirty="0"/>
              <a:t> </a:t>
            </a:r>
            <a:r>
              <a:rPr lang="en-US" sz="1400" dirty="0" err="1"/>
              <a:t>sistemului</a:t>
            </a:r>
            <a:r>
              <a:rPr lang="en-US" sz="1400" dirty="0"/>
              <a:t> de </a:t>
            </a:r>
            <a:r>
              <a:rPr lang="en-US" sz="1400" dirty="0" err="1"/>
              <a:t>clasificare</a:t>
            </a:r>
            <a:r>
              <a:rPr lang="en-US" sz="1400" dirty="0"/>
              <a:t> </a:t>
            </a:r>
            <a:r>
              <a:rPr lang="en-US" sz="1400" dirty="0" err="1"/>
              <a:t>inițial</a:t>
            </a:r>
            <a:r>
              <a:rPr lang="en-US" sz="1400" dirty="0"/>
              <a:t> </a:t>
            </a:r>
            <a:r>
              <a:rPr lang="en-US" sz="1400" dirty="0" err="1"/>
              <a:t>dezvoltat</a:t>
            </a:r>
            <a:r>
              <a:rPr lang="en-US" sz="1400" dirty="0"/>
              <a:t>,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posibile</a:t>
            </a:r>
            <a:r>
              <a:rPr lang="en-US" sz="1400" dirty="0"/>
              <a:t> </a:t>
            </a:r>
            <a:r>
              <a:rPr lang="en-US" sz="1400" dirty="0" err="1"/>
              <a:t>imbunătățiri</a:t>
            </a:r>
            <a:r>
              <a:rPr lang="en-US" sz="1400" dirty="0"/>
              <a:t> care </a:t>
            </a:r>
            <a:r>
              <a:rPr lang="en-US" sz="1400" dirty="0" err="1"/>
              <a:t>vor</a:t>
            </a:r>
            <a:r>
              <a:rPr lang="en-US" sz="1400" dirty="0"/>
              <a:t> </a:t>
            </a:r>
            <a:r>
              <a:rPr lang="en-US" sz="1400" dirty="0" err="1"/>
              <a:t>putea</a:t>
            </a:r>
            <a:r>
              <a:rPr lang="en-US" sz="1400" dirty="0"/>
              <a:t> fi </a:t>
            </a:r>
            <a:r>
              <a:rPr lang="en-US" sz="1400" dirty="0" err="1"/>
              <a:t>aduse</a:t>
            </a:r>
            <a:r>
              <a:rPr lang="en-US" sz="1400" dirty="0"/>
              <a:t> in </a:t>
            </a:r>
            <a:r>
              <a:rPr lang="en-US" sz="1400" dirty="0" err="1"/>
              <a:t>viitor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201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1f586d-1511-4f1f-988d-fd1461dd5916}" enabled="0" method="" siteId="{a91f586d-1511-4f1f-988d-fd1461dd59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550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Dizertatie MIME</vt:lpstr>
      <vt:lpstr>Tema lucrarii</vt:lpstr>
      <vt:lpstr>Contibutia studentului</vt:lpstr>
      <vt:lpstr>Desfasurarea lucrarii</vt:lpstr>
      <vt:lpstr>Notes</vt:lpstr>
      <vt:lpstr>Notes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Mircea-Ionuț Meche</dc:creator>
  <cp:lastModifiedBy>Mircea-Ionuț Meche</cp:lastModifiedBy>
  <cp:revision>1</cp:revision>
  <dcterms:created xsi:type="dcterms:W3CDTF">2026-02-27T09:21:40Z</dcterms:created>
  <dcterms:modified xsi:type="dcterms:W3CDTF">2026-03-02T08:10:35Z</dcterms:modified>
</cp:coreProperties>
</file>